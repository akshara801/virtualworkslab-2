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5743"/>
            <a:ext cx="7772400" cy="2764708"/>
          </a:xfrm>
        </p:spPr>
        <p:txBody>
          <a:bodyPr/>
          <a:lstStyle/>
          <a:p>
            <a:r>
              <a:rPr lang="en-US" b="1" dirty="0"/>
              <a:t>Setting Up A </a:t>
            </a:r>
            <a:br>
              <a:rPr lang="en-US" b="1" dirty="0"/>
            </a:br>
            <a:r>
              <a:rPr lang="en-US" b="1" dirty="0"/>
              <a:t>Virtual Hacking Lab</a:t>
            </a:r>
            <a:br>
              <a:rPr lang="en-US" b="1" dirty="0"/>
            </a:br>
            <a:br>
              <a:rPr lang="en-US" b="1" dirty="0"/>
            </a:br>
            <a:r>
              <a:rPr lang="en-US" sz="3600" b="1" dirty="0"/>
              <a:t>BUILD,PRACTICE,PROTECT…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Internship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7821561" cy="634845"/>
          </a:xfrm>
        </p:spPr>
        <p:txBody>
          <a:bodyPr>
            <a:normAutofit fontScale="90000"/>
          </a:bodyPr>
          <a:lstStyle/>
          <a:p>
            <a:r>
              <a:rPr b="1" dirty="0"/>
              <a:t>Virtual Lab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2387"/>
            <a:ext cx="8617974" cy="6086169"/>
          </a:xfrm>
        </p:spPr>
        <p:txBody>
          <a:bodyPr>
            <a:normAutofit/>
          </a:bodyPr>
          <a:lstStyle/>
          <a:p>
            <a:r>
              <a:rPr sz="2800" dirty="0"/>
              <a:t>A virtual lab provides a safe cybersecurity environment.</a:t>
            </a:r>
          </a:p>
          <a:p>
            <a:r>
              <a:rPr sz="2800" dirty="0"/>
              <a:t>It allows testing without affecting real systems.</a:t>
            </a:r>
            <a:endParaRPr lang="en-US" sz="2800" dirty="0"/>
          </a:p>
          <a:p>
            <a:r>
              <a:rPr lang="en-US" sz="2800" dirty="0"/>
              <a:t>Virtualization separates the lab from the host </a:t>
            </a:r>
          </a:p>
          <a:p>
            <a:pPr marL="0" indent="0">
              <a:buNone/>
            </a:pPr>
            <a:r>
              <a:rPr lang="en-US" sz="2800" dirty="0"/>
              <a:t>     machine.</a:t>
            </a:r>
          </a:p>
          <a:p>
            <a:r>
              <a:rPr sz="2800" dirty="0"/>
              <a:t>Kali Linux is commonly used for ethical hacking.</a:t>
            </a:r>
          </a:p>
          <a:p>
            <a:r>
              <a:rPr sz="2800" dirty="0"/>
              <a:t>Labs help develop practical cybersecurity skills.</a:t>
            </a:r>
          </a:p>
        </p:txBody>
      </p:sp>
      <p:pic>
        <p:nvPicPr>
          <p:cNvPr id="4" name="Picture 3" descr="Cybersecurity Lab Guide: Setup and Best Practices for 2026">
            <a:extLst>
              <a:ext uri="{FF2B5EF4-FFF2-40B4-BE49-F238E27FC236}">
                <a16:creationId xmlns:a16="http://schemas.microsoft.com/office/drawing/2014/main" id="{8BA199FA-560C-6E85-AB93-34DCFEA9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7" y="4336026"/>
            <a:ext cx="6656439" cy="224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</p:spPr>
        <p:txBody>
          <a:bodyPr/>
          <a:lstStyle/>
          <a:p>
            <a:r>
              <a:rPr b="1" dirty="0"/>
              <a:t>Objectives of the Virtual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8194"/>
            <a:ext cx="8229600" cy="3293807"/>
          </a:xfrm>
        </p:spPr>
        <p:txBody>
          <a:bodyPr>
            <a:normAutofit/>
          </a:bodyPr>
          <a:lstStyle/>
          <a:p>
            <a:r>
              <a:rPr sz="2800" dirty="0"/>
              <a:t> Create a secure practice environment.</a:t>
            </a:r>
          </a:p>
          <a:p>
            <a:r>
              <a:rPr sz="2800" dirty="0"/>
              <a:t> Learn virtualization technology.</a:t>
            </a:r>
          </a:p>
          <a:p>
            <a:r>
              <a:rPr sz="2800" dirty="0"/>
              <a:t> Install and configure Kali Linux.</a:t>
            </a:r>
          </a:p>
          <a:p>
            <a:r>
              <a:rPr sz="2800" dirty="0"/>
              <a:t> Understand ethical hacking basics.</a:t>
            </a:r>
          </a:p>
          <a:p>
            <a:r>
              <a:rPr sz="2800" dirty="0"/>
              <a:t> Practice cybersecurity techniques safely.</a:t>
            </a:r>
          </a:p>
          <a:p>
            <a:r>
              <a:rPr sz="2800" dirty="0"/>
              <a:t> Build hands-on technical experience.</a:t>
            </a:r>
          </a:p>
        </p:txBody>
      </p:sp>
      <p:pic>
        <p:nvPicPr>
          <p:cNvPr id="4" name="Picture 3" descr="virtual lab building series EP 1. Why are we building this lab | by Aniket Gholap(FaK3G0D) | Medium">
            <a:extLst>
              <a:ext uri="{FF2B5EF4-FFF2-40B4-BE49-F238E27FC236}">
                <a16:creationId xmlns:a16="http://schemas.microsoft.com/office/drawing/2014/main" id="{B83B57B9-AC55-FC28-F6C1-F1E91765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424515"/>
            <a:ext cx="6858000" cy="2320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826"/>
            <a:ext cx="8229600" cy="904569"/>
          </a:xfrm>
        </p:spPr>
        <p:txBody>
          <a:bodyPr>
            <a:noAutofit/>
          </a:bodyPr>
          <a:lstStyle/>
          <a:p>
            <a:r>
              <a:rPr b="1" dirty="0"/>
              <a:t>Installing VirtualBox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2220"/>
            <a:ext cx="8229600" cy="3667434"/>
          </a:xfrm>
        </p:spPr>
        <p:txBody>
          <a:bodyPr>
            <a:normAutofit/>
          </a:bodyPr>
          <a:lstStyle/>
          <a:p>
            <a:r>
              <a:rPr sz="2800" dirty="0"/>
              <a:t>Download VirtualBox from the official website.</a:t>
            </a:r>
          </a:p>
          <a:p>
            <a:r>
              <a:rPr sz="2800" dirty="0"/>
              <a:t> Run the installation package.</a:t>
            </a:r>
          </a:p>
          <a:p>
            <a:r>
              <a:rPr sz="2800" dirty="0"/>
              <a:t> Accept default installation settings.</a:t>
            </a:r>
          </a:p>
          <a:p>
            <a:r>
              <a:rPr sz="2800" dirty="0"/>
              <a:t> Install required network components.</a:t>
            </a:r>
          </a:p>
          <a:p>
            <a:r>
              <a:rPr sz="2800" dirty="0"/>
              <a:t> Complete the setup process.</a:t>
            </a:r>
          </a:p>
          <a:p>
            <a:r>
              <a:rPr sz="2800" dirty="0"/>
              <a:t> Launch VirtualBox successfully.</a:t>
            </a:r>
          </a:p>
        </p:txBody>
      </p:sp>
      <p:pic>
        <p:nvPicPr>
          <p:cNvPr id="4" name="Picture 3" descr="VirtualBox Extension Pack for Windows - Download it from Uptodown for free">
            <a:extLst>
              <a:ext uri="{FF2B5EF4-FFF2-40B4-BE49-F238E27FC236}">
                <a16:creationId xmlns:a16="http://schemas.microsoft.com/office/drawing/2014/main" id="{89D98E63-50F6-E422-4BA2-818AFED2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910" y="3559275"/>
            <a:ext cx="3510116" cy="3024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4" y="274638"/>
            <a:ext cx="7929716" cy="679091"/>
          </a:xfrm>
        </p:spPr>
        <p:txBody>
          <a:bodyPr>
            <a:noAutofit/>
          </a:bodyPr>
          <a:lstStyle/>
          <a:p>
            <a:r>
              <a:rPr b="1" dirty="0"/>
              <a:t>Downloading Kali Linux ISO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3729"/>
            <a:ext cx="8229600" cy="3460956"/>
          </a:xfrm>
        </p:spPr>
        <p:txBody>
          <a:bodyPr>
            <a:normAutofit/>
          </a:bodyPr>
          <a:lstStyle/>
          <a:p>
            <a:r>
              <a:rPr sz="2800" dirty="0"/>
              <a:t>Visit the official Kali Linux website.</a:t>
            </a:r>
          </a:p>
          <a:p>
            <a:r>
              <a:rPr sz="2800" dirty="0"/>
              <a:t> Select the latest stable version.</a:t>
            </a:r>
          </a:p>
          <a:p>
            <a:r>
              <a:rPr sz="2800" dirty="0"/>
              <a:t> Download the 64-bit ISO file.</a:t>
            </a:r>
          </a:p>
          <a:p>
            <a:r>
              <a:rPr sz="2800" dirty="0"/>
              <a:t> Verify the downloaded file.</a:t>
            </a:r>
          </a:p>
          <a:p>
            <a:r>
              <a:rPr sz="2800" dirty="0"/>
              <a:t> Save the ISO in a secure location.</a:t>
            </a:r>
          </a:p>
          <a:p>
            <a:r>
              <a:rPr sz="2800" dirty="0"/>
              <a:t> Prepare it for VM installation.</a:t>
            </a:r>
          </a:p>
        </p:txBody>
      </p:sp>
      <p:pic>
        <p:nvPicPr>
          <p:cNvPr id="4" name="Picture 3" descr="https://images.openai.com/static-rsc-4/euUHFE3d3b3Jyvk4fdvh4mcFUSEneBDhpQojXgO2nH9yIQ3b2AUGaoaEdSWsyAs1tAw5g3HR-bnG2l1oQw9i07Rq49B1hs4cUt_0TFt_ShDfzzbWfs5R9P9E3J9rBVfUimoxydl2JJWADh0Fj4C1g9NW3ebiUcBfS1-_JkU6ywYoL-afY2crC4ulsV-tqSQy?purpose=fullsize">
            <a:extLst>
              <a:ext uri="{FF2B5EF4-FFF2-40B4-BE49-F238E27FC236}">
                <a16:creationId xmlns:a16="http://schemas.microsoft.com/office/drawing/2014/main" id="{94AFC668-51E8-739B-CFDE-AB01A4A33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6" y="4119716"/>
            <a:ext cx="7413522" cy="2625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458" y="78658"/>
            <a:ext cx="8303342" cy="796413"/>
          </a:xfrm>
        </p:spPr>
        <p:txBody>
          <a:bodyPr>
            <a:normAutofit/>
          </a:bodyPr>
          <a:lstStyle/>
          <a:p>
            <a:r>
              <a:rPr b="1" dirty="0"/>
              <a:t>Creating a 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942" y="953730"/>
            <a:ext cx="8155858" cy="3028335"/>
          </a:xfrm>
        </p:spPr>
        <p:txBody>
          <a:bodyPr>
            <a:normAutofit lnSpcReduction="10000"/>
          </a:bodyPr>
          <a:lstStyle/>
          <a:p>
            <a:r>
              <a:rPr sz="2800" dirty="0"/>
              <a:t>Open VirtualBox and click New.</a:t>
            </a:r>
          </a:p>
          <a:p>
            <a:r>
              <a:rPr sz="2800" dirty="0"/>
              <a:t> Enter the VM name as Kali Linux.</a:t>
            </a:r>
          </a:p>
          <a:p>
            <a:r>
              <a:rPr sz="2800" dirty="0"/>
              <a:t> Select Linux as the operating system.</a:t>
            </a:r>
          </a:p>
          <a:p>
            <a:r>
              <a:rPr sz="2800" dirty="0"/>
              <a:t> Choose Debian (64-bit) version.</a:t>
            </a:r>
          </a:p>
          <a:p>
            <a:r>
              <a:rPr sz="2800" dirty="0"/>
              <a:t> Allocate memory to the VM.</a:t>
            </a:r>
          </a:p>
          <a:p>
            <a:r>
              <a:rPr sz="2800" dirty="0"/>
              <a:t> Create a new virtual hard disk.</a:t>
            </a:r>
          </a:p>
        </p:txBody>
      </p:sp>
      <p:pic>
        <p:nvPicPr>
          <p:cNvPr id="4" name="Picture 3" descr="VirtualBox: руководство для начинающих и как настроить виртуальную машину Ubuntu">
            <a:extLst>
              <a:ext uri="{FF2B5EF4-FFF2-40B4-BE49-F238E27FC236}">
                <a16:creationId xmlns:a16="http://schemas.microsoft.com/office/drawing/2014/main" id="{D26381FA-9626-CE62-545A-2E13FC51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73910"/>
            <a:ext cx="6858000" cy="2812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b="1" dirty="0"/>
              <a:t>Configuring VM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8" y="1071717"/>
            <a:ext cx="8126361" cy="3165986"/>
          </a:xfrm>
        </p:spPr>
        <p:txBody>
          <a:bodyPr>
            <a:normAutofit/>
          </a:bodyPr>
          <a:lstStyle/>
          <a:p>
            <a:r>
              <a:rPr sz="2800" dirty="0"/>
              <a:t> Allocate at least 4 GB RAM.</a:t>
            </a:r>
          </a:p>
          <a:p>
            <a:r>
              <a:rPr sz="2800" dirty="0"/>
              <a:t> Assign 40 GB or more storage.</a:t>
            </a:r>
          </a:p>
          <a:p>
            <a:r>
              <a:rPr sz="2800" dirty="0"/>
              <a:t> Enable virtualization features.</a:t>
            </a:r>
          </a:p>
          <a:p>
            <a:r>
              <a:rPr sz="2800" dirty="0"/>
              <a:t> Attach Kali Linux ISO file.</a:t>
            </a:r>
          </a:p>
          <a:p>
            <a:r>
              <a:rPr sz="2800" dirty="0"/>
              <a:t> Configure system settings.</a:t>
            </a:r>
          </a:p>
          <a:p>
            <a:r>
              <a:rPr sz="2800" dirty="0"/>
              <a:t> Save all configurations.</a:t>
            </a:r>
          </a:p>
        </p:txBody>
      </p:sp>
      <p:pic>
        <p:nvPicPr>
          <p:cNvPr id="4" name="Picture 3" descr="Installing Ubuntu inside Windows using VirtualBox">
            <a:extLst>
              <a:ext uri="{FF2B5EF4-FFF2-40B4-BE49-F238E27FC236}">
                <a16:creationId xmlns:a16="http://schemas.microsoft.com/office/drawing/2014/main" id="{2272B4C1-757B-4F01-0504-9C1E91FD3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336026"/>
            <a:ext cx="6858000" cy="234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646"/>
            <a:ext cx="6966155" cy="825910"/>
          </a:xfrm>
        </p:spPr>
        <p:txBody>
          <a:bodyPr>
            <a:normAutofit/>
          </a:bodyPr>
          <a:lstStyle/>
          <a:p>
            <a:r>
              <a:rPr b="1" dirty="0"/>
              <a:t>Installing Kali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2556"/>
            <a:ext cx="5953432" cy="3323302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sz="2800" dirty="0"/>
              <a:t>Start the virtual machine.</a:t>
            </a:r>
          </a:p>
          <a:p>
            <a:r>
              <a:rPr lang="en-US" sz="2800" dirty="0"/>
              <a:t> </a:t>
            </a:r>
            <a:r>
              <a:rPr sz="2800" dirty="0"/>
              <a:t>Select Graphical Install option.</a:t>
            </a:r>
          </a:p>
          <a:p>
            <a:r>
              <a:rPr lang="en-US" sz="2800" dirty="0"/>
              <a:t> </a:t>
            </a:r>
            <a:r>
              <a:rPr sz="2800" dirty="0"/>
              <a:t>Configure language and region.</a:t>
            </a:r>
          </a:p>
          <a:p>
            <a:r>
              <a:rPr sz="2800" dirty="0"/>
              <a:t> Create a username and password.</a:t>
            </a:r>
          </a:p>
          <a:p>
            <a:r>
              <a:rPr sz="2800" dirty="0"/>
              <a:t> Install required system files.</a:t>
            </a:r>
          </a:p>
          <a:p>
            <a:r>
              <a:rPr sz="2800" dirty="0"/>
              <a:t> Complete installation and restart.</a:t>
            </a:r>
          </a:p>
        </p:txBody>
      </p:sp>
      <p:pic>
        <p:nvPicPr>
          <p:cNvPr id="4" name="Picture 3" descr="https://images.openai.com/static-rsc-4/K4AfiOB-VKSsP5WmS4_w2vuuh4XgarkYnT6xMUVcPx2h81KddChd82gQg-WrS4uomnyNiqSxGP0EMhInJF2kMOiwBSflIqT1TEnfCTtXdocgNXp-lRD_RseiFsCLkTHBW-ihkw0NSU8v0m-DDJHF71cAJQ__KTwuADamgjeahHukRJkovedrheBA9oJR4smg?purpose=fullsize">
            <a:extLst>
              <a:ext uri="{FF2B5EF4-FFF2-40B4-BE49-F238E27FC236}">
                <a16:creationId xmlns:a16="http://schemas.microsoft.com/office/drawing/2014/main" id="{0FD170B4-F074-2588-DA45-52D24451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484" y="4060722"/>
            <a:ext cx="6137032" cy="2600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934065"/>
          </a:xfrm>
        </p:spPr>
        <p:txBody>
          <a:bodyPr/>
          <a:lstStyle/>
          <a:p>
            <a:r>
              <a:rPr b="1" dirty="0"/>
              <a:t>Lab Environment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2556"/>
            <a:ext cx="8229600" cy="3146321"/>
          </a:xfrm>
        </p:spPr>
        <p:txBody>
          <a:bodyPr>
            <a:normAutofit/>
          </a:bodyPr>
          <a:lstStyle/>
          <a:p>
            <a:r>
              <a:rPr sz="2800" dirty="0"/>
              <a:t>Kali Linux acts as the attacker machine.</a:t>
            </a:r>
          </a:p>
          <a:p>
            <a:r>
              <a:rPr sz="2800" dirty="0"/>
              <a:t> Windows VM can be used as a target.</a:t>
            </a:r>
          </a:p>
          <a:p>
            <a:r>
              <a:rPr sz="2800" dirty="0"/>
              <a:t> DVWA provides vulnerable web applications.</a:t>
            </a:r>
          </a:p>
          <a:p>
            <a:r>
              <a:rPr sz="2800" dirty="0"/>
              <a:t> Metasploit able offers practice vulnerabilities.</a:t>
            </a:r>
          </a:p>
          <a:p>
            <a:r>
              <a:rPr sz="2800" dirty="0"/>
              <a:t> Multiple VMs create realistic scenarios.</a:t>
            </a:r>
          </a:p>
          <a:p>
            <a:r>
              <a:rPr sz="2800" dirty="0"/>
              <a:t> Isolation keeps testing safe.</a:t>
            </a:r>
          </a:p>
        </p:txBody>
      </p:sp>
      <p:pic>
        <p:nvPicPr>
          <p:cNvPr id="4" name="Picture 3" descr="https://images.openai.com/static-rsc-4/f6C2uY2dqAeQVeN9rPWkS3b_VFmvK4UXvurTJurXP-g3D8Ggsw1YHMItmJsaTRJNN1vssdTR9Zw02uevPZxN-FFGMLtvMMrJHWEy2SA8CvTzI940Mipo9QTHXF5XQFQwNr73V-5PhF6oQqhcHh1M-GACYUEDpbdsoahkzNDIQffZoBwmYSE1yM8xFvUwzWCn?purpose=fullsize">
            <a:extLst>
              <a:ext uri="{FF2B5EF4-FFF2-40B4-BE49-F238E27FC236}">
                <a16:creationId xmlns:a16="http://schemas.microsoft.com/office/drawing/2014/main" id="{A0179B2D-A34F-1DB6-35E8-FAEB3C08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68877"/>
            <a:ext cx="6857999" cy="2600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52" y="98323"/>
            <a:ext cx="8780206" cy="1120877"/>
          </a:xfrm>
        </p:spPr>
        <p:txBody>
          <a:bodyPr>
            <a:normAutofit fontScale="90000"/>
          </a:bodyPr>
          <a:lstStyle/>
          <a:p>
            <a:r>
              <a:rPr b="1" dirty="0"/>
              <a:t>Importance of Controlled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1548"/>
            <a:ext cx="8229600" cy="3067665"/>
          </a:xfrm>
        </p:spPr>
        <p:txBody>
          <a:bodyPr>
            <a:normAutofit lnSpcReduction="10000"/>
          </a:bodyPr>
          <a:lstStyle/>
          <a:p>
            <a:r>
              <a:rPr sz="2800" dirty="0"/>
              <a:t> Ensures ethical cybersecurity practice.</a:t>
            </a:r>
          </a:p>
          <a:p>
            <a:r>
              <a:rPr sz="2800" dirty="0"/>
              <a:t> Prevents damage to real systems.</a:t>
            </a:r>
          </a:p>
          <a:p>
            <a:r>
              <a:rPr sz="2800" dirty="0"/>
              <a:t> Reduces security risks.</a:t>
            </a:r>
          </a:p>
          <a:p>
            <a:r>
              <a:rPr sz="2800" dirty="0"/>
              <a:t> Provides a safe learning space.</a:t>
            </a:r>
          </a:p>
          <a:p>
            <a:r>
              <a:rPr sz="2800" dirty="0"/>
              <a:t> Supports experimentation and testing.</a:t>
            </a:r>
          </a:p>
          <a:p>
            <a:r>
              <a:rPr sz="2800" dirty="0"/>
              <a:t> Encourages responsible hacking practices.</a:t>
            </a:r>
          </a:p>
        </p:txBody>
      </p:sp>
      <p:pic>
        <p:nvPicPr>
          <p:cNvPr id="4" name="Picture 3" descr="https://images.openai.com/static-rsc-4/LdaykKOYr7toHg1hMtVzhVQT2lb8xn7yzYLOfTP0Yf54Aa_I_NYl16DmpRtlKSSf90lPYpE0XnOvxx9lkIr1DQrXIm6-_zYUoSL2OYR0kbY1Fo1flQ_Re30s5f699zDF9laWVH4OWcpGYQfPPZhZKyqruJxFsnJ6v9eHZszyglf-PssErURlodiverF9Lj_L?purpose=fullsize">
            <a:extLst>
              <a:ext uri="{FF2B5EF4-FFF2-40B4-BE49-F238E27FC236}">
                <a16:creationId xmlns:a16="http://schemas.microsoft.com/office/drawing/2014/main" id="{86B2ECDB-1941-1E04-A8CB-BE5B4EF63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012" y="4149213"/>
            <a:ext cx="4899537" cy="22712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58" y="167148"/>
            <a:ext cx="6685936" cy="845575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665" y="904569"/>
            <a:ext cx="7386484" cy="3500284"/>
          </a:xfrm>
        </p:spPr>
        <p:txBody>
          <a:bodyPr>
            <a:normAutofit lnSpcReduction="10000"/>
          </a:bodyPr>
          <a:lstStyle/>
          <a:p>
            <a:r>
              <a:rPr sz="2800" dirty="0"/>
              <a:t> Virtual labs are essential for learning.</a:t>
            </a:r>
          </a:p>
          <a:p>
            <a:r>
              <a:rPr sz="2800" dirty="0"/>
              <a:t> Kali Linux provides powerful security tools.</a:t>
            </a:r>
          </a:p>
          <a:p>
            <a:r>
              <a:rPr sz="2800" dirty="0"/>
              <a:t> VirtualBox enables safe virtualization.</a:t>
            </a:r>
          </a:p>
          <a:p>
            <a:r>
              <a:rPr sz="2800" dirty="0"/>
              <a:t> Controlled environments improve skills.</a:t>
            </a:r>
          </a:p>
          <a:p>
            <a:r>
              <a:rPr sz="2800" dirty="0"/>
              <a:t> Ethical hacking requires proper authorization.</a:t>
            </a:r>
          </a:p>
          <a:p>
            <a:r>
              <a:rPr sz="2800" dirty="0"/>
              <a:t> Continuous practice strengthens cybersecurity knowledge.</a:t>
            </a:r>
          </a:p>
        </p:txBody>
      </p:sp>
      <p:pic>
        <p:nvPicPr>
          <p:cNvPr id="4" name="Picture 3" descr="https://images.openai.com/static-rsc-4/_ligdLty6o2StlPHBZjP-ovXWaFD18zxoGYe5FJ64ifa3mQo4vi0Hrrd6ERALHHn6XUFJTbeA6wcJTdDE-GnAuLm7dVTVYJyUFp_fhC9zTEpBeiqJPp5wa9pcREN6xFIV8GJQHzw3FwOa9hpYnhtMMXhEKQzh6M-dOi-UEG2fHRNPmI7pdvj8XiPxkhBJHOo?purpose=fullsize">
            <a:extLst>
              <a:ext uri="{FF2B5EF4-FFF2-40B4-BE49-F238E27FC236}">
                <a16:creationId xmlns:a16="http://schemas.microsoft.com/office/drawing/2014/main" id="{D139F6C6-D2D9-CDB6-6A12-B4DCBBD5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16" y="4198374"/>
            <a:ext cx="5405284" cy="2492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453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Setting Up A  Virtual Hacking Lab  BUILD,PRACTICE,PROTECT…</vt:lpstr>
      <vt:lpstr>Virtual Lab Setup</vt:lpstr>
      <vt:lpstr>Objectives of the Virtual Lab</vt:lpstr>
      <vt:lpstr>Installing VirtualBox</vt:lpstr>
      <vt:lpstr>Downloading Kali Linux ISO</vt:lpstr>
      <vt:lpstr>Creating a Virtual Machine</vt:lpstr>
      <vt:lpstr>Configuring VM Settings</vt:lpstr>
      <vt:lpstr>Installing Kali Linux</vt:lpstr>
      <vt:lpstr>Lab Environment Overview</vt:lpstr>
      <vt:lpstr>Importance of Controlled Environments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Akshara Somanaboina</dc:creator>
  <cp:keywords/>
  <dc:description>generated using python-pptx</dc:description>
  <cp:lastModifiedBy>Akshara Somanaboina</cp:lastModifiedBy>
  <cp:revision>2</cp:revision>
  <dcterms:created xsi:type="dcterms:W3CDTF">2013-01-27T09:14:16Z</dcterms:created>
  <dcterms:modified xsi:type="dcterms:W3CDTF">2026-06-24T05:37:11Z</dcterms:modified>
  <cp:category/>
</cp:coreProperties>
</file>